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55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557"/>
                </a:solidFill>
                <a:latin typeface="Arial"/>
              </a:rPr>
              <a:t>Average Knowledge Retention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solidFill>
              <a:srgbClr val="0F25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5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5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5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4D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6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Lecture</c:v>
                  </c:pt>
                  <c:pt idx="1">
                    <c:v>Reading</c:v>
                  </c:pt>
                  <c:pt idx="2">
                    <c:v>Video</c:v>
                  </c:pt>
                  <c:pt idx="3">
                    <c:v>Demo + Practice</c:v>
                  </c:pt>
                  <c:pt idx="4">
                    <c:v>Teaching 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75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2557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65760"/>
            <a:ext cx="137160" cy="137160"/>
          </a:xfrm>
          <a:prstGeom prst="ellipse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365760"/>
            <a:ext cx="137160" cy="137160"/>
          </a:xfrm>
          <a:prstGeom prst="ellipse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"/>
            <a:ext cx="137160" cy="137160"/>
          </a:xfrm>
          <a:prstGeom prst="ellipse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371600"/>
            <a:ext cx="137160" cy="137160"/>
          </a:xfrm>
          <a:prstGeom prst="ellipse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49440" y="1371600"/>
            <a:ext cx="137160" cy="137160"/>
          </a:xfrm>
          <a:prstGeom prst="ellipse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1371600"/>
            <a:ext cx="137160" cy="137160"/>
          </a:xfrm>
          <a:prstGeom prst="ellipse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C6FF"/>
                </a:solidFill>
              </a:rPr>
              <a:t>THE FUTURE OF HUMAN-TO-HUMAN LEARNING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005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SkillCap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274320" y="21945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F0FE"/>
                </a:solidFill>
              </a:rPr>
              <a:t>Book a Local Expert.</a:t>
            </a:r>
            <a:endParaRPr lang="en-US" sz="2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F0FE"/>
                </a:solidFill>
              </a:rPr>
              <a:t>Learn in Hours,</a:t>
            </a:r>
            <a:endParaRPr lang="en-US" sz="2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F0FE"/>
                </a:solidFill>
              </a:rPr>
              <a:t>Not Months.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0" y="914400"/>
            <a:ext cx="2926080" cy="128016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914400"/>
            <a:ext cx="54864" cy="128016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12–24 mo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1463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Avg. time to hire-ready skill (traditional)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468880"/>
            <a:ext cx="2926080" cy="128016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2468880"/>
            <a:ext cx="54864" cy="1280160"/>
          </a:xfrm>
          <a:prstGeom prst="rect">
            <a:avLst/>
          </a:prstGeom>
          <a:solidFill>
            <a:srgbClr val="00D48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8A"/>
                </a:solidFill>
              </a:rPr>
              <a:t>2–4 weeks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076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With SkillCap intensive sessions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" y="45720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A8"/>
                </a:solidFill>
              </a:rPr>
              <a:t>Confidential — Investor &amp; Partner Briefing  | 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" y="45720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6FF"/>
                </a:solidFill>
              </a:rPr>
              <a:t>skillcap.io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6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57"/>
                </a:solidFill>
              </a:rPr>
              <a:t>The Traditional Learning Gap Is Costing Everyone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7772400" cy="54864"/>
          </a:xfrm>
          <a:prstGeom prst="rect">
            <a:avLst/>
          </a:prstGeom>
          <a:solidFill>
            <a:srgbClr val="C5D0E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423160"/>
            <a:ext cx="365760" cy="365760"/>
          </a:xfrm>
          <a:prstGeom prst="ellipse">
            <a:avLst/>
          </a:prstGeom>
          <a:solidFill>
            <a:srgbClr val="8A8FA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High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School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A8"/>
                </a:solidFill>
              </a:rPr>
              <a:t>Theory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423160"/>
            <a:ext cx="365760" cy="365760"/>
          </a:xfrm>
          <a:prstGeom prst="ellipse">
            <a:avLst/>
          </a:prstGeom>
          <a:solidFill>
            <a:srgbClr val="1A4DC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University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3–5 yrs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A8"/>
                </a:solidFill>
              </a:rPr>
              <a:t>Still theory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423160"/>
            <a:ext cx="365760" cy="365760"/>
          </a:xfrm>
          <a:prstGeom prst="ellipse">
            <a:avLst/>
          </a:prstGeom>
          <a:solidFill>
            <a:srgbClr val="1A4DC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Internship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6–12 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A8"/>
                </a:solidFill>
              </a:rPr>
              <a:t>Shadowing others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2423160"/>
            <a:ext cx="365760" cy="365760"/>
          </a:xfrm>
          <a:prstGeom prst="ellipse">
            <a:avLst/>
          </a:prstGeom>
          <a:solidFill>
            <a:srgbClr val="FFB80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Junior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Role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A8"/>
                </a:solidFill>
              </a:rPr>
              <a:t>Learning on job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2423160"/>
            <a:ext cx="365760" cy="365760"/>
          </a:xfrm>
          <a:prstGeom prst="ellipse">
            <a:avLst/>
          </a:prstGeom>
          <a:solidFill>
            <a:srgbClr val="00D48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Productive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557"/>
                </a:solidFill>
              </a:rPr>
              <a:t>Contributor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A8"/>
                </a:solidFill>
              </a:rPr>
              <a:t>Finally effective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0F255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977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⏱  Average time from high school to meaningful job contribution: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977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00"/>
                </a:solidFill>
              </a:rPr>
              <a:t>6–9 YEARS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74320" y="15087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4D6D"/>
                </a:solidFill>
              </a:rPr>
              <a:t>AI is not waiting. The market is not waiting. The learning pipeline is broken.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914400"/>
            <a:ext cx="4572000" cy="4572000"/>
          </a:xfrm>
          <a:prstGeom prst="ellipse">
            <a:avLst/>
          </a:prstGeom>
          <a:solidFill>
            <a:srgbClr val="1A4DC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6FF"/>
                </a:solidFill>
              </a:rPr>
              <a:t>THE URGENCY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Is Not Waiting for Anyone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228600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6FF"/>
                </a:solidFill>
              </a:rPr>
              <a:t>44%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of workers' skills will be disrupted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within 5 years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8"/>
                </a:solidFill>
              </a:rPr>
              <a:t>World Economic Forum 2023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743200" cy="228600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6FF"/>
                </a:solidFill>
              </a:rPr>
              <a:t>85M+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jobs displaced by automation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by 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8"/>
                </a:solidFill>
              </a:rPr>
              <a:t>WEF Future of Jobs Report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743200" cy="228600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6FF"/>
                </a:solidFill>
              </a:rPr>
              <a:t>2 yrs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is the new skills half-life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in tech roles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A8"/>
                </a:solidFill>
              </a:rPr>
              <a:t>IBM Institute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800"/>
                </a:solidFill>
              </a:rPr>
              <a:t>The world needs a faster way to transfer skills. SkillCap is that bridge.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557"/>
                </a:solidFill>
              </a:rPr>
              <a:t>SkillCap: Grab for Human Expertise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A8"/>
                </a:solidFill>
              </a:rPr>
              <a:t>Register your skill → Get discovered nearby → Book a session → Learn in hours, not months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11680"/>
            <a:ext cx="2011680" cy="502920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</a:rPr>
              <a:t>Register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A8"/>
                </a:solidFill>
              </a:rPr>
              <a:t>List your expertise — Power BI, Linux, Python, cooking, anything.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201168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011680"/>
            <a:ext cx="2011680" cy="50292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</a:rPr>
              <a:t>Discover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42032" y="3063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A8"/>
                </a:solidFill>
              </a:rPr>
              <a:t>Learners search by skill and see experts on a live map nearby.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01168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2011680"/>
            <a:ext cx="2011680" cy="502920"/>
          </a:xfrm>
          <a:prstGeom prst="rect">
            <a:avLst/>
          </a:prstGeom>
          <a:solidFill>
            <a:srgbClr val="00D48A"/>
          </a:solidFill>
          <a:ln/>
        </p:spPr>
      </p:sp>
      <p:sp>
        <p:nvSpPr>
          <p:cNvPr id="18" name="Text 16"/>
          <p:cNvSpPr/>
          <p:nvPr/>
        </p:nvSpPr>
        <p:spPr>
          <a:xfrm>
            <a:off x="4672584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</a:rPr>
              <a:t>Book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18304" y="3063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A8"/>
                </a:solidFill>
              </a:rPr>
              <a:t>One tap to book. Set your price. Meet at a café or online.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2011680"/>
            <a:ext cx="20116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011680"/>
            <a:ext cx="2011680" cy="5029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57"/>
                </a:solidFill>
              </a:rPr>
              <a:t>Learn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94576" y="30632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A8"/>
                </a:solidFill>
              </a:rPr>
              <a:t>Hands-on, 1–3 hour sessions. Faster than any course or YouTube.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557"/>
                </a:solidFill>
              </a:rPr>
              <a:t>Think of it as Grab — but the driver is a mentor, and the destination is your next skill.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E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6FF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Multi-Billion Dollar Untapped 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37360"/>
            <a:ext cx="64008" cy="118872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810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6FF"/>
                </a:solidFill>
              </a:rPr>
              <a:t>$404B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8912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Global EdTech Market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(2025 est.)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37360"/>
            <a:ext cx="64008" cy="1188720"/>
          </a:xfrm>
          <a:prstGeom prst="rect">
            <a:avLst/>
          </a:prstGeom>
          <a:solidFill>
            <a:srgbClr val="00D48A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810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8A"/>
                </a:solidFill>
              </a:rPr>
              <a:t>18.5%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28032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Peer-to-Peer Learning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Platforms CAGR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00400"/>
            <a:ext cx="64008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2735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800"/>
                </a:solidFill>
              </a:rPr>
              <a:t>1.1B+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Adults actively seeking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new skills annually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00400"/>
            <a:ext cx="64008" cy="1188720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2735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4DC7"/>
                </a:solidFill>
              </a:rPr>
              <a:t>72%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828032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Willing to pay for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personalized mentoring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00"/>
                </a:solidFill>
              </a:rPr>
              <a:t>SkillCap competes in peer-learning but wins through locality, trust, and hands-on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6FF"/>
                </a:solidFill>
              </a:rPr>
              <a:t>THE SCIENCE OF FAST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57"/>
                </a:solidFill>
              </a:rPr>
              <a:t>Hands-On Learning Is Proven to Stick Faster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6002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600200"/>
            <a:ext cx="3291840" cy="3200400"/>
          </a:xfrm>
          <a:prstGeom prst="rect">
            <a:avLst/>
          </a:prstGeom>
          <a:solidFill>
            <a:srgbClr val="0F255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6FF"/>
                </a:solidFill>
              </a:rPr>
              <a:t>Real Story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FFFFF"/>
                </a:solidFill>
              </a:rPr>
              <a:t>"I taught 2 colleagues everything they needed to know about Power BI in 1 hour. The same knowledge would have taken them weeks of videos, trial-and-error, and course navigation."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6FF"/>
                </a:solidFill>
              </a:rPr>
              <a:t>— SkillCap Founder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2557"/>
                </a:solidFill>
              </a:rPr>
              <a:t>SkillCap doesn't replace education — it accelerates the last mile.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E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6FF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SkillCap Makes Money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37360"/>
            <a:ext cx="64008" cy="118872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810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</a:rPr>
              <a:t>💰  Platform Commission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240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10–20% fee on each booked session. Tutor sets their rate. Learner pays. SkillCap takes a cut — just like Grab or Airbnb.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37360"/>
            <a:ext cx="64008" cy="1188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810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⭐  Premium Listings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2240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Tutors pay for boosted visibility in local search results and the map view.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00400"/>
            <a:ext cx="64008" cy="1188720"/>
          </a:xfrm>
          <a:prstGeom prst="rect">
            <a:avLst/>
          </a:prstGeom>
          <a:solidFill>
            <a:srgbClr val="00D4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8A"/>
                </a:solidFill>
              </a:rPr>
              <a:t>🏢  Corporate Packages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Companies buy bulk session credits for employee upskilling. B2B tier with dashboards and reporting.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114800" cy="118872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00400"/>
            <a:ext cx="64008" cy="1188720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C7"/>
                </a:solidFill>
              </a:rPr>
              <a:t>🎓  Certification Badges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FA8"/>
                </a:solidFill>
              </a:rPr>
              <a:t>Verified skill badges issued after session + short assessment. Shareable on LinkedIn.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00"/>
                </a:solidFill>
              </a:rPr>
              <a:t>Starting lean with commission model — no inventory, no classroom, pure marketplace.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6FF"/>
                </a:solidFill>
              </a:rPr>
              <a:t>THE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Narrow the Gap.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Accelerate Humanity.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0FE"/>
                </a:solidFill>
              </a:rPr>
              <a:t>From high school to job-ready in weeks — not years.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0FE"/>
                </a:solidFill>
              </a:rPr>
              <a:t>Every skill, a few taps away. Every expert, nearby.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00"/>
                </a:solidFill>
              </a:rPr>
              <a:t>🚀  Beta Testing Phase — Starting 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</a:rPr>
              <a:t>We are looking for early corporate partners and beta users. Let's talk.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6FF"/>
                </a:solidFill>
              </a:rPr>
              <a:t>skillcap.io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SkillCap — Learn from People Near You</dc:title>
  <dc:subject>PptxGenJS Presentation</dc:subject>
  <dc:creator>PptxGenJS</dc:creator>
  <cp:lastModifiedBy>PptxGenJS</cp:lastModifiedBy>
  <cp:revision>1</cp:revision>
  <dcterms:created xsi:type="dcterms:W3CDTF">2026-04-27T10:44:21Z</dcterms:created>
  <dcterms:modified xsi:type="dcterms:W3CDTF">2026-04-27T10:44:21Z</dcterms:modified>
</cp:coreProperties>
</file>