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0E8A8A">
              <a:alpha val="12000"/>
            </a:srgbClr>
          </a:solidFill>
          <a:ln w="12700">
            <a:solidFill>
              <a:srgbClr val="0E8A8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3474720" cy="3474720"/>
          </a:xfrm>
          <a:prstGeom prst="ellipse">
            <a:avLst/>
          </a:prstGeom>
          <a:solidFill>
            <a:srgbClr val="0E8A8A">
              <a:alpha val="25000"/>
            </a:srgbClr>
          </a:solidFill>
          <a:ln w="12700">
            <a:solidFill>
              <a:srgbClr val="0E8A8A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SKILLSHARE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Narrow the Gap.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DC8C8"/>
                </a:solidFill>
              </a:rPr>
              <a:t>Accelerate Humanity.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41148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Connecting People · Sharing Knowledge · Building Futures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47472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63240"/>
            <a:ext cx="64008" cy="15087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E3E"/>
                </a:solidFill>
              </a:rPr>
              <a:t>6–9 Years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BB0"/>
                </a:solidFill>
              </a:rPr>
              <a:t>to master a skill traditionally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3063240"/>
            <a:ext cx="347472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3063240"/>
            <a:ext cx="64008" cy="150876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A8A"/>
                </a:solidFill>
              </a:rPr>
              <a:t>1–3 Hours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62272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BB0"/>
                </a:solidFill>
              </a:rPr>
              <a:t>with the right expert, today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Knowledge Transfer Gap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3504" y="1618488"/>
            <a:ext cx="0" cy="420624"/>
          </a:xfrm>
          <a:prstGeom prst="line">
            <a:avLst/>
          </a:prstGeom>
          <a:noFill/>
          <a:ln w="10160">
            <a:solidFill>
              <a:srgbClr val="8A9BB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12527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Expert identified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7218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Finding the right person with real-world knowledge is slow and unstructured.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10312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2487168"/>
            <a:ext cx="0" cy="420624"/>
          </a:xfrm>
          <a:prstGeom prst="line">
            <a:avLst/>
          </a:prstGeom>
          <a:noFill/>
          <a:ln w="10160">
            <a:solidFill>
              <a:srgbClr val="8A9BB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60120" y="21214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 denied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34086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Top experts are unavailable, expensive, or geographically inaccessible.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971800"/>
            <a:ext cx="384048" cy="38404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" y="3355848"/>
            <a:ext cx="0" cy="420624"/>
          </a:xfrm>
          <a:prstGeom prst="line">
            <a:avLst/>
          </a:prstGeom>
          <a:noFill/>
          <a:ln w="10160">
            <a:solidFill>
              <a:srgbClr val="8A9BB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60120" y="29900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Knowledge lost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0954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Institutional and craft knowledge disappears when people leave or retire.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840480"/>
            <a:ext cx="384048" cy="384048"/>
          </a:xfrm>
          <a:prstGeom prst="ellipse">
            <a:avLst/>
          </a:prstGeom>
          <a:solidFill>
            <a:srgbClr val="5DC8C8"/>
          </a:solidFill>
          <a:ln w="12700">
            <a:solidFill>
              <a:srgbClr val="5DC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38587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Talent stagnates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07822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Without mentorship, upskilling takes years instead of weeks.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THE URGENCY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window is closing. Fast.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06908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73152" cy="15087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3E3E"/>
                </a:solidFill>
              </a:rPr>
              <a:t>85M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jobs unfilled globally by 2030 due to skills shortages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</a:rPr>
              <a:t>Source: Korn Ferry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06908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71600"/>
            <a:ext cx="73152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</a:rPr>
              <a:t>44%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of workers' core skills will be disrupted within 5 years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</a:rPr>
              <a:t>Source: World Economic Forum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06908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63240"/>
            <a:ext cx="73152" cy="150876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A8A"/>
                </a:solidFill>
              </a:rPr>
              <a:t>$8.5T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in unrealised revenue from talent shortage by 2030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</a:rPr>
              <a:t>Source: McKinsey &amp; Co.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406908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063240"/>
            <a:ext cx="73152" cy="150876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6C1"/>
                </a:solidFill>
              </a:rPr>
              <a:t>10×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892040" y="3749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faster skill obsolescence in AI-disrupted industries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42976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</a:rPr>
              <a:t>Source: MIT CISR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SkillShare: The Expert Marketplace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Four steps. One platform. Infinite knowledge.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1920240" cy="31546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1719072"/>
            <a:ext cx="502920" cy="50292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Register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Expert lists skills, rates, availability &amp; portfolio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94560" y="272491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8A8A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23160" y="1508760"/>
            <a:ext cx="1920240" cy="31546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6392" y="171907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3639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23160" y="2377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Discover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2816352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Learner searches by skill, location, language, price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43400" y="272491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1508760"/>
            <a:ext cx="1920240" cy="31546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85232" y="1719072"/>
            <a:ext cx="502920" cy="502920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2377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Book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2816352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Session booked, paid &amp; confirmed in one flow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0" y="272491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46C1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20840" y="1508760"/>
            <a:ext cx="1920240" cy="31546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34072" y="1719072"/>
            <a:ext cx="502920" cy="502920"/>
          </a:xfrm>
          <a:prstGeom prst="ellipse">
            <a:avLst/>
          </a:prstGeom>
          <a:solidFill>
            <a:srgbClr val="5DC8C8"/>
          </a:solidFill>
          <a:ln w="12700">
            <a:solidFill>
              <a:srgbClr val="5DC8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3407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2377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Learn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2816352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1-on-1 or group session, rated &amp; reviewed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THE SCIENCE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Expert-Led Learning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4366260"/>
            <a:ext cx="512064" cy="1600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110228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9BB0"/>
                </a:solidFill>
              </a:rPr>
              <a:t>5%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4572000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Lecture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15568" y="4206240"/>
            <a:ext cx="512064" cy="32004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50208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9BB0"/>
                </a:solidFill>
              </a:rPr>
              <a:t>10%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24128" y="4572000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Reading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19656" y="3886200"/>
            <a:ext cx="512064" cy="64008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9656" y="3630168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9BB0"/>
                </a:solidFill>
              </a:rPr>
              <a:t>20%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28216" y="4572000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Audio/Video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23744" y="3566160"/>
            <a:ext cx="512064" cy="960120"/>
          </a:xfrm>
          <a:prstGeom prst="rect">
            <a:avLst/>
          </a:prstGeom>
          <a:solidFill>
            <a:srgbClr val="5DC8C8"/>
          </a:solidFill>
          <a:ln w="12700">
            <a:solidFill>
              <a:srgbClr val="5DC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3310128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8C8"/>
                </a:solidFill>
              </a:rPr>
              <a:t>30%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32304" y="4572000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Demo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27832" y="2926080"/>
            <a:ext cx="512064" cy="16002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2670048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50%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36392" y="4572000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Group discuss.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931920" y="2125980"/>
            <a:ext cx="512064" cy="24003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1869948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</a:rPr>
              <a:t>75%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0" y="4572000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Practice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36008" y="1645920"/>
            <a:ext cx="512064" cy="28803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1389888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3E3E"/>
                </a:solidFill>
              </a:rPr>
              <a:t>90%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44568" y="4572000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Teach others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" y="46634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</a:rPr>
              <a:t>Learning Retention by Method (Edgar Dale Cone)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77840" y="1325880"/>
            <a:ext cx="3291840" cy="182880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15000" y="1371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8A8A"/>
                </a:solidFill>
              </a:rPr>
              <a:t>"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5715000" y="17830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FFFFFF"/>
                </a:solidFill>
              </a:rPr>
              <a:t>After one Power BI workshop, our team had automated 3 manual reports within a week. The expert knew exactly where we struggled.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15000" y="28163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— Mike U., Data Analytics Specialist, CGSS KL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77840" y="3246120"/>
            <a:ext cx="1572768" cy="74980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69280" y="33009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8A"/>
                </a:solidFill>
              </a:rPr>
              <a:t>70%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69280" y="35753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of professionals learn best from peers &amp; mentors (70-20-10 rule)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242048" y="3246120"/>
            <a:ext cx="1572768" cy="74980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33488" y="33009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8A"/>
                </a:solidFill>
              </a:rPr>
              <a:t>4×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33488" y="35753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faster skill acquisition with personalised 1-on-1 expert guidance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3657600"/>
            <a:ext cx="3246120" cy="74980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69280" y="3712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8A"/>
                </a:solidFill>
              </a:rPr>
              <a:t>93%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69280" y="398678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retention after immediate application following expert session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THE PRODUCT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Platform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88920" cy="164592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64008" cy="164592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36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Matching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AI-powered skill-to-expert matching based on need, language, location and budget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88920" cy="164592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64008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536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Map 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920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Find verified local experts on an interactive map — see availability in real time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788920" cy="164592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71600"/>
            <a:ext cx="64008" cy="16459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536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Secure Booking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1920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Calendar integration, payment escrow, automated reminders and cancellation policy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2788920" cy="164592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00400"/>
            <a:ext cx="64008" cy="1645920"/>
          </a:xfrm>
          <a:prstGeom prst="rect">
            <a:avLst/>
          </a:prstGeom>
          <a:solidFill>
            <a:srgbClr val="5DC8C8"/>
          </a:solidFill>
          <a:ln w="12700">
            <a:solidFill>
              <a:srgbClr val="5DC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364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Verified Profiles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" y="3749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Skills tested and endorsed, portfolio showcased, reviews from past learners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200400"/>
            <a:ext cx="2788920" cy="164592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200400"/>
            <a:ext cx="64008" cy="1645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364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Skill Badges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3749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Experts earn platform badges; learners receive completion certificates and NFT credentials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200400"/>
            <a:ext cx="2788920" cy="164592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200400"/>
            <a:ext cx="64008" cy="164592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3364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In-App Chat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3749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Secure messaging, file sharing and session recordings (with consent)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$404 Billion Market, Underserved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3657600" cy="3657600"/>
          </a:xfrm>
          <a:prstGeom prst="ellipse">
            <a:avLst/>
          </a:prstGeom>
          <a:solidFill>
            <a:srgbClr val="0E8A8A">
              <a:alpha val="15000"/>
            </a:srgbClr>
          </a:solidFill>
          <a:ln w="12700">
            <a:solidFill>
              <a:srgbClr val="0E8A8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463040"/>
            <a:ext cx="2560320" cy="2560320"/>
          </a:xfrm>
          <a:prstGeom prst="ellipse">
            <a:avLst/>
          </a:prstGeom>
          <a:solidFill>
            <a:srgbClr val="0E8A8A">
              <a:alpha val="35000"/>
            </a:srgbClr>
          </a:solidFill>
          <a:ln w="12700">
            <a:solidFill>
              <a:srgbClr val="0E8A8A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7088" y="2029968"/>
            <a:ext cx="1426464" cy="1426464"/>
          </a:xfrm>
          <a:prstGeom prst="ellipse">
            <a:avLst/>
          </a:prstGeom>
          <a:solidFill>
            <a:srgbClr val="0E8A8A">
              <a:alpha val="70000"/>
            </a:srgbClr>
          </a:solidFill>
          <a:ln w="12700">
            <a:solidFill>
              <a:srgbClr val="0E8A8A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TAM  $404B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SAM  $52B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SOM  $1.2B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4023360" cy="1115568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25880"/>
            <a:ext cx="64008" cy="11155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Professionals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1399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8A8A"/>
                </a:solidFill>
              </a:rPr>
              <a:t>$180B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10912" y="176479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Individuals reskilling for career transitions or promotions. Highest willingness-to-pay.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4023360" cy="1115568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06040"/>
            <a:ext cx="64008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SMEs &amp; Startups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26791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$140B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10912" y="30449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Companies that cannot afford enterprise L&amp;D but need real-world upskilling fast.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886200"/>
            <a:ext cx="4023360" cy="1115568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886200"/>
            <a:ext cx="64008" cy="111556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Schools &amp; Unis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39593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B46C1"/>
                </a:solidFill>
              </a:rPr>
              <a:t>$84B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10912" y="43251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Institutions seeking practitioner-led guest sessions and industry placements.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COMPETITIVE POSITIONING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SkillShare Wins on What Matters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2743200" cy="402336"/>
          </a:xfrm>
          <a:prstGeom prst="rect">
            <a:avLst/>
          </a:prstGeom>
          <a:solidFill>
            <a:srgbClr val="0E8A8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80160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1280160"/>
            <a:ext cx="1371600" cy="402336"/>
          </a:xfrm>
          <a:prstGeom prst="rect">
            <a:avLst/>
          </a:prstGeom>
          <a:solidFill>
            <a:srgbClr val="0E8A8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128016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SkillShare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26280" y="1280160"/>
            <a:ext cx="1371600" cy="402336"/>
          </a:xfrm>
          <a:prstGeom prst="rect">
            <a:avLst/>
          </a:prstGeom>
          <a:solidFill>
            <a:srgbClr val="0E8A8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28016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Udemy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97880" y="1280160"/>
            <a:ext cx="1371600" cy="402336"/>
          </a:xfrm>
          <a:prstGeom prst="rect">
            <a:avLst/>
          </a:prstGeom>
          <a:solidFill>
            <a:srgbClr val="0E8A8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1032" y="128016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Preply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69480" y="1280160"/>
            <a:ext cx="1371600" cy="402336"/>
          </a:xfrm>
          <a:prstGeom prst="rect">
            <a:avLst/>
          </a:prstGeom>
          <a:solidFill>
            <a:srgbClr val="0E8A8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2632" y="128016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LinkedIn Lrn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682496"/>
            <a:ext cx="27432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1682496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Live 1-on-1 sessions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54680" y="1682496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68249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26280" y="1682496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168249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97880" y="1682496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1032" y="168249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69480" y="1682496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2632" y="168249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2084832"/>
            <a:ext cx="27432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2084832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Local expert map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54680" y="2084832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27832" y="208483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26280" y="2084832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208483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97880" y="2084832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71032" y="208483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69480" y="2084832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2632" y="208483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2487168"/>
            <a:ext cx="27432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24871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Any skill / topic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54680" y="2487168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248716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26280" y="2487168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248716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Partial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97880" y="2487168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71032" y="248716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Language only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69480" y="2487168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42632" y="248716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Partial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1480" y="2889504"/>
            <a:ext cx="27432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2889504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Verified skills test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54680" y="2889504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27832" y="288950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26280" y="2889504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99432" y="288950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897880" y="2889504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71032" y="288950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269480" y="2889504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42632" y="288950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11480" y="3291840"/>
            <a:ext cx="27432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" y="3291840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SME B2B packages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154680" y="3291840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27832" y="32918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26280" y="3291840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99432" y="32918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897880" y="3291840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71032" y="32918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269480" y="3291840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42632" y="32918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11480" y="3694176"/>
            <a:ext cx="27432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" y="3694176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NFT skill credentials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154680" y="3694176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27832" y="369417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26280" y="3694176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99432" y="369417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897880" y="3694176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71032" y="369417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269480" y="3694176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42632" y="369417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11480" y="4096512"/>
            <a:ext cx="27432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4632" y="4096512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Community &amp; events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154680" y="4096512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27832" y="409651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526280" y="4096512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99432" y="409651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897880" y="4096512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71032" y="409651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269480" y="4096512"/>
            <a:ext cx="1371600" cy="402336"/>
          </a:xfrm>
          <a:prstGeom prst="rect">
            <a:avLst/>
          </a:prstGeom>
          <a:solidFill>
            <a:srgbClr val="2D4059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42632" y="409651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Partial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11480" y="4498848"/>
            <a:ext cx="27432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4632" y="449884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Pay-per-session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154680" y="4498848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27832" y="449884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526280" y="4498848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99432" y="449884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897880" y="4498848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71032" y="449884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C8C8"/>
                </a:solidFill>
              </a:rPr>
              <a:t>✔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269480" y="4498848"/>
            <a:ext cx="13716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42632" y="449884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E3E"/>
                </a:solidFill>
              </a:rPr>
              <a:t>✗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Four Revenue Streams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920240" cy="237744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1920240" cy="54864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A8A"/>
                </a:solidFill>
              </a:rPr>
              <a:t>15–20%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2395728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Platform fee on every booked session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371600"/>
            <a:ext cx="1920240" cy="237744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371600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Subscriptions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32888" y="192024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RM 49/mo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32888" y="2395728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Expert Pro plan: analytics, priority listing, custom page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1920240" cy="237744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371600"/>
            <a:ext cx="1920240" cy="54864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B2B Packages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81728" y="192024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46C1"/>
                </a:solidFill>
              </a:rPr>
              <a:t>RM 2,000+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81728" y="2395728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Bulk session credits for SMEs and corporates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0840" y="1371600"/>
            <a:ext cx="1920240" cy="237744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371600"/>
            <a:ext cx="1920240" cy="54864"/>
          </a:xfrm>
          <a:prstGeom prst="rect">
            <a:avLst/>
          </a:prstGeom>
          <a:solidFill>
            <a:srgbClr val="5DC8C8"/>
          </a:solidFill>
          <a:ln w="12700">
            <a:solidFill>
              <a:srgbClr val="5DC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Advertising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30568" y="192024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C8C8"/>
                </a:solidFill>
              </a:rPr>
              <a:t>CPM / CPC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30568" y="2395728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Sponsored expert placement and skill-based ad targeting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8A"/>
                </a:solidFill>
              </a:rPr>
              <a:t>Unit Economics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251960"/>
            <a:ext cx="1627632" cy="56692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7024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Avg session value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11480" y="4480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RM 120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30552" y="4251960"/>
            <a:ext cx="1627632" cy="56692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0552" y="427024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Platform take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130552" y="4480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RM 18–24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49624" y="4251960"/>
            <a:ext cx="1627632" cy="56692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9624" y="427024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Expert payout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49624" y="4480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RM 96–102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68696" y="4251960"/>
            <a:ext cx="1627632" cy="56692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68696" y="427024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Target CAC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568696" y="4480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 RM 40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87768" y="4251960"/>
            <a:ext cx="1627632" cy="56692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87768" y="427024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Target LTV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287768" y="4480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&gt; RM 800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TECHNOLOGY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to Scale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1148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Current Prototype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4114800" cy="3931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3736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Frontend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73736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React + Tailwind CSS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67128"/>
            <a:ext cx="411480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16712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Backend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2167128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Python FastAPI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96896"/>
            <a:ext cx="4114800" cy="3931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59689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Database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2596896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SQLite (dev)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026664"/>
            <a:ext cx="411480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026664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Auth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3026664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JWT / session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456432"/>
            <a:ext cx="4114800" cy="3931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45643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Maps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456432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Leaflet.js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886200"/>
            <a:ext cx="411480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88620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Payments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388620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Manual / Stripe test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315968"/>
            <a:ext cx="4114800" cy="3931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431596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Hosting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28800" y="4315968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Local / Railway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280160"/>
            <a:ext cx="4114800" cy="38404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280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Production Stack (Planned)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737360"/>
            <a:ext cx="4114800" cy="3931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73736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Frontend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173736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React + PWA / React Native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167128"/>
            <a:ext cx="411480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16712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Backend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2167128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FastAPI + Celery workers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2596896"/>
            <a:ext cx="4114800" cy="3931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59689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Database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2596896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PostgreSQL + Redis cache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026664"/>
            <a:ext cx="411480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026664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Auth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63640" y="3026664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OAuth2 (Google, LinkedIn)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456432"/>
            <a:ext cx="4114800" cy="3931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345643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Maps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63640" y="3456432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Google Maps Platform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886200"/>
            <a:ext cx="411480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88620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Payments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63640" y="388620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Stripe / iPay88 (MY)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315968"/>
            <a:ext cx="4114800" cy="3931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431596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</a:rPr>
              <a:t>Hosting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63640" y="4315968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AWS / GCP (auto-scale)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From Prototype to Scale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50976" y="1325880"/>
            <a:ext cx="548640" cy="54864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76272" y="1600200"/>
            <a:ext cx="256032" cy="0"/>
          </a:xfrm>
          <a:prstGeom prst="line">
            <a:avLst/>
          </a:prstGeom>
          <a:noFill/>
          <a:ln w="19050">
            <a:solidFill>
              <a:srgbClr val="0E8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011680"/>
            <a:ext cx="1993392" cy="26974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103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A8A"/>
                </a:solidFill>
              </a:rPr>
              <a:t>Beta Launch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450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Q2–Q3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1810512" cy="0"/>
          </a:xfrm>
          <a:prstGeom prst="line">
            <a:avLst/>
          </a:prstGeom>
          <a:noFill/>
          <a:ln w="6350">
            <a:solidFill>
              <a:srgbClr val="8A9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1635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50 expert pilots in KL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3236976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Core matching + booking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365760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Manual onboarding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4078224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Stripe payments live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8960" y="132588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34256" y="1600200"/>
            <a:ext cx="25603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32304" y="2011680"/>
            <a:ext cx="1993392" cy="26974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32304" y="2103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Market Fit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32304" y="2450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Q3–Q4 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23744" y="2724912"/>
            <a:ext cx="1810512" cy="0"/>
          </a:xfrm>
          <a:prstGeom prst="line">
            <a:avLst/>
          </a:prstGeom>
          <a:noFill/>
          <a:ln w="6350">
            <a:solidFill>
              <a:srgbClr val="8A9B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281635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500 experts, 5 cities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42032" y="3236976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AI matching v1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42032" y="365760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Mobile app (iOS + Android)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42032" y="4078224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First SME B2B contract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66944" y="1325880"/>
            <a:ext cx="548640" cy="548640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6694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92240" y="1600200"/>
            <a:ext cx="256032" cy="0"/>
          </a:xfrm>
          <a:prstGeom prst="line">
            <a:avLst/>
          </a:prstGeom>
          <a:noFill/>
          <a:ln w="19050">
            <a:solidFill>
              <a:srgbClr val="6B46C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90288" y="2011680"/>
            <a:ext cx="1993392" cy="26974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90288" y="2103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6C1"/>
                </a:solidFill>
              </a:rPr>
              <a:t>Growth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90288" y="2450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Q1–Q2 2027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81728" y="2724912"/>
            <a:ext cx="1810512" cy="0"/>
          </a:xfrm>
          <a:prstGeom prst="line">
            <a:avLst/>
          </a:prstGeom>
          <a:noFill/>
          <a:ln w="6350">
            <a:solidFill>
              <a:srgbClr val="8A9B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281635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Malaysia-wide coverage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0016" y="3236976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10,000 active learners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00016" y="365760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NFT credentials launched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00016" y="4078224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Series A fundraise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24928" y="1325880"/>
            <a:ext cx="548640" cy="548640"/>
          </a:xfrm>
          <a:prstGeom prst="ellipse">
            <a:avLst/>
          </a:prstGeom>
          <a:solidFill>
            <a:srgbClr val="5DC8C8"/>
          </a:solidFill>
          <a:ln w="12700">
            <a:solidFill>
              <a:srgbClr val="5DC8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748272" y="2011680"/>
            <a:ext cx="1993392" cy="26974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748272" y="21031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C8C8"/>
                </a:solidFill>
              </a:rPr>
              <a:t>Expansion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48272" y="2450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Q3 2027+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39712" y="2724912"/>
            <a:ext cx="1810512" cy="0"/>
          </a:xfrm>
          <a:prstGeom prst="line">
            <a:avLst/>
          </a:prstGeom>
          <a:noFill/>
          <a:ln w="6350">
            <a:solidFill>
              <a:srgbClr val="8A9B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281635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SEA expansion (SG, TH, ID)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58000" y="3236976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API for enterprise LMS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58000" y="365760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SkillShare Foundation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58000" y="4078224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• IPO / strategic exit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TRACTION &amp; 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Proof It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069080" cy="10789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73352"/>
            <a:ext cx="292608" cy="292608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Working Prototype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74650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Functional React + FastAPI app with matching, booking and profile flows built and tested.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069080" cy="10789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673352"/>
            <a:ext cx="292608" cy="292608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Workshop Delivered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74650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Power BI training session run by Mike at CGSS — live proof of the expert session model working.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4069080" cy="10789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07792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KL Market Readiness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9809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KL has 8.8M metro population, strong digital adoption, and a growing professional upskilling culture.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560320"/>
            <a:ext cx="4069080" cy="10789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907792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Demand Signal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9809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3 colleagues expressed interest in booking sessions before the platform even launched publicly.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4069080" cy="10789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142232"/>
            <a:ext cx="292608" cy="29260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Competitive Gap Confirmed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21538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No platform combines local expert maps + live 1-on-1 + any-skill + verified credentials in one app.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794760"/>
            <a:ext cx="4069080" cy="1078992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4142232"/>
            <a:ext cx="292608" cy="29260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 Stack Validated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421538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React, FastAPI, PostgreSQL and Stripe are proven at scale — no experimental dependencies.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54864" cy="20116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A8A"/>
                </a:solidFill>
              </a:rPr>
              <a:t>WHAT WE NEED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You Can Help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069080" cy="15544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64008" cy="155448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453896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538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14538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Expert Partners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8928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Professionals willing to list on the platform during beta. Any skill, any field. First 50 get lifetime Pro listing.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4069080" cy="15544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2588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453896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4538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67528" y="14538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Seed Funding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73752" y="18928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RM 150K–300K to fund: product hardening, mobile app, go-to-market, and first 6 months of ops.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069080" cy="15544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64008" cy="155448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3191256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1912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31912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Co-Founder / CTO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63016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A senior dev or tech co-founder who shares the vision. Equity-based. ML + mobile experience preferred.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4069080" cy="15544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63240"/>
            <a:ext cx="64008" cy="1554480"/>
          </a:xfrm>
          <a:prstGeom prst="rect">
            <a:avLst/>
          </a:prstGeom>
          <a:solidFill>
            <a:srgbClr val="5DC8C8"/>
          </a:solidFill>
          <a:ln w="12700">
            <a:solidFill>
              <a:srgbClr val="5DC8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3191256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5DC8C8"/>
          </a:solidFill>
          <a:ln w="12700">
            <a:solidFill>
              <a:srgbClr val="5DC8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1912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04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67528" y="31912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Advisors &amp; Connectors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73752" y="363016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9BB0"/>
                </a:solidFill>
              </a:rPr>
              <a:t>Experienced entrepreneurs, HR leaders, and education innovators to guide go-to-market and BD.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457200"/>
            <a:ext cx="6400800" cy="6400800"/>
          </a:xfrm>
          <a:prstGeom prst="ellipse">
            <a:avLst/>
          </a:prstGeom>
          <a:solidFill>
            <a:srgbClr val="0E8A8A">
              <a:alpha val="10000"/>
            </a:srgbClr>
          </a:solidFill>
          <a:ln w="12700">
            <a:solidFill>
              <a:srgbClr val="0E8A8A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Narrow the Gap.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DC8C8"/>
                </a:solidFill>
              </a:rPr>
              <a:t>Accelerate Humanity.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743200" y="2633472"/>
            <a:ext cx="3657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BB0"/>
                </a:solidFill>
              </a:rPr>
              <a:t>SkillShare connects the people who know with the people who need to know.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BB0"/>
                </a:solidFill>
              </a:rPr>
              <a:t>One platform. Infinite knowledge. Real impact.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3611880"/>
            <a:ext cx="5852160" cy="100584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37033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A8A"/>
                </a:solidFill>
              </a:rPr>
              <a:t>Get in touch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397764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Mike Uhrinek  ·  Data Analytics &amp; AI Specialist  ·  CGSS Kuala Lumpur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423367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LinkedIn: /in/michal-uhrinek  ·  Email: mike@skillshare.my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4892040"/>
            <a:ext cx="9006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SkillShare — Business Presentation</dc:title>
  <dc:subject>PptxGenJS Presentation</dc:subject>
  <dc:creator>PptxGenJS</dc:creator>
  <cp:lastModifiedBy>PptxGenJS</cp:lastModifiedBy>
  <cp:revision>1</cp:revision>
  <dcterms:created xsi:type="dcterms:W3CDTF">2026-04-29T03:26:24Z</dcterms:created>
  <dcterms:modified xsi:type="dcterms:W3CDTF">2026-04-29T03:26:24Z</dcterms:modified>
</cp:coreProperties>
</file>